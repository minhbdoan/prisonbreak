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8c29b090ad4ba9" /><Relationship Type="http://schemas.openxmlformats.org/officeDocument/2006/relationships/extended-properties" Target="/docProps/app.xml" Id="Ra4bd334b0e164624" /><Relationship Type="http://schemas.openxmlformats.org/officeDocument/2006/relationships/officeDocument" Target="/ppt/presentation.xml" Id="R9c15562467594d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3bede057254f55"/>
  </p:sldMasterIdLst>
  <p:notesMasterIdLst>
    <p:notesMasterId xmlns:r="http://schemas.openxmlformats.org/officeDocument/2006/relationships" r:id="R1a74f234e9ae468a"/>
  </p:notesMasterIdLst>
  <p:sldIdLst>
    <p:sldId xmlns:r="http://schemas.openxmlformats.org/officeDocument/2006/relationships" id="256" r:id="Rd91e18aa911445c4"/>
    <p:sldId xmlns:r="http://schemas.openxmlformats.org/officeDocument/2006/relationships" id="257" r:id="R9ca05a0daa684b6c"/>
    <p:sldId xmlns:r="http://schemas.openxmlformats.org/officeDocument/2006/relationships" id="258" r:id="R020f64b84d214415"/>
    <p:sldId xmlns:r="http://schemas.openxmlformats.org/officeDocument/2006/relationships" id="259" r:id="R2e39f7ee87e3463a"/>
    <p:sldId xmlns:r="http://schemas.openxmlformats.org/officeDocument/2006/relationships" id="260" r:id="R5920ac117a9a4e92"/>
    <p:sldId xmlns:r="http://schemas.openxmlformats.org/officeDocument/2006/relationships" id="261" r:id="R6fc966b2d2c247f6"/>
    <p:sldId xmlns:r="http://schemas.openxmlformats.org/officeDocument/2006/relationships" id="262" r:id="R1d5c0ac5855844b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8987c252d44074" /><Relationship Type="http://schemas.openxmlformats.org/officeDocument/2006/relationships/slideMaster" Target="/ppt/slideMasters/slideMaster1.xml" Id="Re63bede057254f55" /><Relationship Type="http://schemas.openxmlformats.org/officeDocument/2006/relationships/notesMaster" Target="/ppt/notesMasters/notesMaster1.xml" Id="R1a74f234e9ae468a" /><Relationship Type="http://schemas.openxmlformats.org/officeDocument/2006/relationships/presProps" Target="/ppt/presProps.xml" Id="Rf37b839f4ed248fd" /><Relationship Type="http://schemas.openxmlformats.org/officeDocument/2006/relationships/viewProps" Target="/ppt/viewProps.xml" Id="Rd6ea18d5c3e24752" /><Relationship Type="http://schemas.openxmlformats.org/officeDocument/2006/relationships/tableStyles" Target="/ppt/tableStyles.xml" Id="Rbbe49ecf418741b8" /><Relationship Type="http://schemas.openxmlformats.org/officeDocument/2006/relationships/slide" Target="/ppt/slides/slide1.xml" Id="Rd91e18aa911445c4" /><Relationship Type="http://schemas.openxmlformats.org/officeDocument/2006/relationships/slide" Target="/ppt/slides/slide2.xml" Id="R9ca05a0daa684b6c" /><Relationship Type="http://schemas.openxmlformats.org/officeDocument/2006/relationships/slide" Target="/ppt/slides/slide3.xml" Id="R020f64b84d214415" /><Relationship Type="http://schemas.openxmlformats.org/officeDocument/2006/relationships/slide" Target="/ppt/slides/slide4.xml" Id="R2e39f7ee87e3463a" /><Relationship Type="http://schemas.openxmlformats.org/officeDocument/2006/relationships/slide" Target="/ppt/slides/slide5.xml" Id="R5920ac117a9a4e92" /><Relationship Type="http://schemas.openxmlformats.org/officeDocument/2006/relationships/slide" Target="/ppt/slides/slide6.xml" Id="R6fc966b2d2c247f6" /><Relationship Type="http://schemas.openxmlformats.org/officeDocument/2006/relationships/slide" Target="/ppt/slides/slide7.xml" Id="R1d5c0ac5855844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4981248f9b44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764460703c440f" /><Relationship Type="http://schemas.openxmlformats.org/officeDocument/2006/relationships/notesMaster" Target="/ppt/notesMasters/notesMaster1.xml" Id="R6252db6e4b4a45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4565d815f34f7b" /><Relationship Type="http://schemas.openxmlformats.org/officeDocument/2006/relationships/notesMaster" Target="/ppt/notesMasters/notesMaster1.xml" Id="R8b7e7ee85f034a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62a9987402497d" /><Relationship Type="http://schemas.openxmlformats.org/officeDocument/2006/relationships/notesMaster" Target="/ppt/notesMasters/notesMaster1.xml" Id="Raef803c3796246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e6c14cc3274b27" /><Relationship Type="http://schemas.openxmlformats.org/officeDocument/2006/relationships/notesMaster" Target="/ppt/notesMasters/notesMaster1.xml" Id="R498ec42638784f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5ecc9093794840" /><Relationship Type="http://schemas.openxmlformats.org/officeDocument/2006/relationships/notesMaster" Target="/ppt/notesMasters/notesMaster1.xml" Id="Ra44693875f0e40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c597406d3240d0" /><Relationship Type="http://schemas.openxmlformats.org/officeDocument/2006/relationships/notesMaster" Target="/ppt/notesMasters/notesMaster1.xml" Id="Ra5035539dbe443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6723fbd2ac4da1" /><Relationship Type="http://schemas.openxmlformats.org/officeDocument/2006/relationships/notesMaster" Target="/ppt/notesMasters/notesMaster1.xml" Id="Rbd23acce51cf48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ea87babe844e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900ed42fd34649" /><Relationship Type="http://schemas.openxmlformats.org/officeDocument/2006/relationships/slideLayout" Target="/ppt/slideLayouts/slideLayout1.xml" Id="R9c80c032ab8045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80c032ab8045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feb56be6a46a8" /><Relationship Type="http://schemas.openxmlformats.org/officeDocument/2006/relationships/image" Target="/ppt/media/image.jpeg" Id="R6b462da02b60496e" /><Relationship Type="http://schemas.openxmlformats.org/officeDocument/2006/relationships/notesSlide" Target="/ppt/notesSlides/notesSlide1.xml" Id="R8fe602aec3b640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0883ff94c4b16" /><Relationship Type="http://schemas.openxmlformats.org/officeDocument/2006/relationships/notesSlide" Target="/ppt/notesSlides/notesSlide2.xml" Id="R6579313dc8124b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e366ca3f04772" /><Relationship Type="http://schemas.openxmlformats.org/officeDocument/2006/relationships/image" Target="/ppt/media/image2.jpeg" Id="Rc185b71361ac425c" /><Relationship Type="http://schemas.openxmlformats.org/officeDocument/2006/relationships/notesSlide" Target="/ppt/notesSlides/notesSlide3.xml" Id="R399c4b388e3141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49025468441bc" /><Relationship Type="http://schemas.openxmlformats.org/officeDocument/2006/relationships/notesSlide" Target="/ppt/notesSlides/notesSlide4.xml" Id="Re4c465a24c5842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052482eac4b1d" /><Relationship Type="http://schemas.openxmlformats.org/officeDocument/2006/relationships/image" Target="/ppt/media/image3.jpeg" Id="R8330f0faa8e44000" /><Relationship Type="http://schemas.openxmlformats.org/officeDocument/2006/relationships/notesSlide" Target="/ppt/notesSlides/notesSlide5.xml" Id="Rbda1d14d86e645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654c4f7ac4a99" /><Relationship Type="http://schemas.openxmlformats.org/officeDocument/2006/relationships/image" Target="/ppt/media/image4.jpeg" Id="R607f3e796b6b48da" /><Relationship Type="http://schemas.openxmlformats.org/officeDocument/2006/relationships/notesSlide" Target="/ppt/notesSlides/notesSlide6.xml" Id="R999f0634b1f949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74bcd43dd45a3" /><Relationship Type="http://schemas.openxmlformats.org/officeDocument/2006/relationships/notesSlide" Target="/ppt/notesSlides/notesSlide7.xml" Id="Rf599926ef4e248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5065F1-61A6-4E56-85F0-E2455D73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C7686-0245-42FD-8A32-E4E70386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14C30-42C1-46DC-9A1D-ABCD9049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002AF-CB5A-42C9-83BE-DDAFDDBE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D36A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FFD36A"/>
                </a:solidFill>
                <a:latin typeface="Aptos Mono"/>
                <a:ea typeface="Aptos Mono"/>
                <a:cs typeface="Aptos Mono"/>
              </a:rPr>
              <a:t>ADAPTIVE PRISON BREAK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D6DCC-A1BC-4413-A83E-5F112E47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657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AF2FB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EAF2FB"/>
                </a:solidFill>
                <a:latin typeface="Aptos Display"/>
                <a:ea typeface="Aptos Display"/>
                <a:cs typeface="Aptos Display"/>
              </a:rPr>
              <a:t>A playable stealth game loop with real Codex-driven adaptation.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DF600-9E73-43EA-953C-BF9C3EFC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Built as a browser game using Phaser, TypeScript, Vite, Express, SQLite, and local Codex CLI integration.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D4E91-9534-4344-969E-6B25FB63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1733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35BBF-80C6-49E9-AD4C-F9C11C9B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386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65E4A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5E4A3"/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3B341-4FFE-428A-B7FD-D53A5275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automated tests passing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1BF5E-E89D-46A6-BF6B-97529400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95800"/>
            <a:ext cx="1733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EBF5D-F49F-4558-995B-6BDC77AF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386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8BD3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8BD3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289D7-D266-49B5-9F56-EE9B0645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1015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browser-verified gameplay screens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B57F7-301E-49D9-B8AE-89A7637B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95800"/>
            <a:ext cx="1733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3B2CA-B9EB-4AC2-8BE7-B26CAA57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386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D36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D36A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1D68C-95C7-4C02-83C2-13576AC5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015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persistent round 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AF74A-16FB-43EB-AE85-C6B50C17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028700"/>
            <a:ext cx="40767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E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62da02b60496e"/>
          <a:srcRect xmlns:a="http://schemas.openxmlformats.org/drawingml/2006/main" l="0" t="3846" r="0" b="38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066800"/>
            <a:ext cx="4000500" cy="31432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393122-EE49-4928-B813-FBCF767B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890A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90A5"/>
                </a:solidFill>
                <a:latin typeface="Aptos"/>
                <a:ea typeface="Aptos"/>
                <a:cs typeface="Aptos"/>
              </a:rPr>
              <a:t>Adaptive Prison Break / Ronny / 01</a:t>
            </a:r>
          </a:p>
        </p:txBody>
      </p:sp>
    </p:spTree>
    <p:extLst>
      <p:ext uri="{BB962C8B-B14F-4D97-AF65-F5344CB8AC3E}">
        <p14:creationId xmlns:p14="http://schemas.microsoft.com/office/powerpoint/2010/main" val="10834880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2F7CE4-B434-4240-8CDB-6115012F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75CD6-37FF-47D5-9005-C491609F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2F97F-5135-4A02-A3D1-72F66B79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C17BE-C072-48E7-BD31-6819444D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D36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36A"/>
                </a:solidFill>
                <a:latin typeface="Aptos Mono"/>
                <a:ea typeface="Aptos Mono"/>
                <a:cs typeface="Aptos Mono"/>
              </a:rPr>
              <a:t>PRODUCT GOAL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FB53D-91EE-4DD8-A979-CF68F653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763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EAF2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EAF2FB"/>
                </a:solidFill>
                <a:latin typeface="Aptos Display"/>
                <a:ea typeface="Aptos Display"/>
                <a:cs typeface="Aptos Display"/>
              </a:rPr>
              <a:t>The prototype proves a complete stealth loop, not just a visual mockup.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E9202-9714-4EDC-BA94-D2D3D1EE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2639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2CA44-A4DB-40A9-B422-2F862ED6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E4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C03F1-D3C4-4560-B3A4-80D369B1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2FB"/>
                </a:solidFill>
                <a:latin typeface="Aptos"/>
                <a:ea typeface="Aptos"/>
                <a:cs typeface="Aptos"/>
              </a:rPr>
              <a:t>Player objective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24BED-A087-4D73-B875-3632EFF4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2914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Move through patrols, collect the security key, and reach the locked exit before suspicion becomes capture.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AA5072-F49C-4870-8F06-0DC0F8B7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2639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8459D-FAE1-4A2F-8B28-27752558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5B08F-B0D2-4702-B691-6858C0A8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6220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2FB"/>
                </a:solidFill>
                <a:latin typeface="Aptos"/>
                <a:ea typeface="Aptos"/>
                <a:cs typeface="Aptos"/>
              </a:rPr>
              <a:t>System objective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5BC60-1E02-4CD3-935D-4EA0DAFE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14625"/>
            <a:ext cx="2914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Capture player events, summarize behavior, and generate a validated adaptation for the next run.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3114B-3E7C-4D7A-83B9-162E68DD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2639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10226-5151-4566-9E89-D87FAC80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376848-DC0B-47D9-A54B-189B2E82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2FB"/>
                </a:solidFill>
                <a:latin typeface="Aptos"/>
                <a:ea typeface="Aptos"/>
                <a:cs typeface="Aptos"/>
              </a:rPr>
              <a:t>Core gameplay 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15BA5-F381-4E9C-A7B8-5B3D6328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14625"/>
            <a:ext cx="2914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The player sneaks through patrol routes, collects the key, uses hiding spots, and races for the locked exit.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49E646-D85B-41F1-BE48-0FFE821D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4340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AF2FB"/>
                </a:solidFill>
                <a:latin typeface="Aptos"/>
                <a:ea typeface="Aptos"/>
                <a:cs typeface="Aptos"/>
              </a:rPr>
              <a:t>Gameplay focus: every run produces readable stealth moments, visible guard pressure, and a clear next-round security response.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885744-8180-44FE-80FA-EE1BDFFF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890A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90A5"/>
                </a:solidFill>
                <a:latin typeface="Aptos"/>
                <a:ea typeface="Aptos"/>
                <a:cs typeface="Aptos"/>
              </a:rPr>
              <a:t>Adaptive Prison Break / Ronny / 02</a:t>
            </a:r>
          </a:p>
        </p:txBody>
      </p:sp>
    </p:spTree>
    <p:extLst>
      <p:ext uri="{BB962C8B-B14F-4D97-AF65-F5344CB8AC3E}">
        <p14:creationId xmlns:p14="http://schemas.microsoft.com/office/powerpoint/2010/main" val="11344371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786CA6-F43D-4522-B2C6-D1B653B8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D1A62-0608-48D1-A0F5-8454B746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484C4-0580-4571-A4C6-5FF1D1C1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A538C-BDB8-4725-9472-DDBB1E07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D36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36A"/>
                </a:solidFill>
                <a:latin typeface="Aptos Mono"/>
                <a:ea typeface="Aptos Mono"/>
                <a:cs typeface="Aptos Mono"/>
              </a:rPr>
              <a:t>LIVE GAMEPLAY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FB032-34F9-49C6-B0FE-D60B987D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763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EAF2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EAF2FB"/>
                </a:solidFill>
                <a:latin typeface="Aptos Display"/>
                <a:ea typeface="Aptos Display"/>
                <a:cs typeface="Aptos Display"/>
              </a:rPr>
              <a:t>The player loop is visible, interactive, and readable in-browser.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BB356-236F-4B4B-BA8F-94F5BBB0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14525"/>
            <a:ext cx="63627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E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5b71361ac425c"/>
          <a:stretch xmlns:a="http://schemas.openxmlformats.org/drawingml/2006/main"/>
        </p:blipFill>
        <p:spPr>
          <a:xfrm xmlns:a="http://schemas.openxmlformats.org/drawingml/2006/main">
            <a:off x="1633357" y="1952625"/>
            <a:ext cx="4162786" cy="35433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60DD1-24CC-4083-8D3C-EE798BA5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19300"/>
            <a:ext cx="342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2639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CBAF2-6ABA-4E93-BD13-6CE93BE2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193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4553F-A13C-44E5-82D7-1469D440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9075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2FB"/>
                </a:solidFill>
                <a:latin typeface="Aptos"/>
                <a:ea typeface="Aptos"/>
                <a:cs typeface="Aptos"/>
              </a:rPr>
              <a:t>Readable stealth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BED2A-A6DF-4D76-89B1-16ED4FB3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43175"/>
            <a:ext cx="3009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HUD tracks objective, key status, prompts, and suspicion without blocking the playfield.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47FBE8-976C-449A-8056-BBC25327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52800"/>
            <a:ext cx="342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2639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6037B-A667-4544-9E95-5BDB754B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528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DB543-572D-4E65-A80B-B6ED4033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2425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2FB"/>
                </a:solidFill>
                <a:latin typeface="Aptos"/>
                <a:ea typeface="Aptos"/>
                <a:cs typeface="Aptos"/>
              </a:rPr>
              <a:t>Tuned movement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2078B-A433-465B-B53E-9B83F485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76675"/>
            <a:ext cx="3009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Guard and player speeds were adjusted through tests and browser feedback to avoid frantic gameplay.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F3A09-FA6E-4469-BF4C-0575D920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8630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2639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C686BC-0805-4759-B42D-4DC2E7E9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863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E4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15BF37-5AFF-4C01-BE0A-B6085947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5775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2FB"/>
                </a:solidFill>
                <a:latin typeface="Aptos"/>
                <a:ea typeface="Aptos"/>
                <a:cs typeface="Aptos"/>
              </a:rPr>
              <a:t>Event capture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2D253-DA00-4183-87DC-6EB5386E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101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Movement, sprint, noise, hiding, detection, escape, and capture events feed the service.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14A712-5B87-432B-8A82-D5CC2D82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890A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90A5"/>
                </a:solidFill>
                <a:latin typeface="Aptos"/>
                <a:ea typeface="Aptos"/>
                <a:cs typeface="Aptos"/>
              </a:rPr>
              <a:t>Adaptive Prison Break / Ronny / 03</a:t>
            </a:r>
          </a:p>
        </p:txBody>
      </p:sp>
    </p:spTree>
    <p:extLst>
      <p:ext uri="{BB962C8B-B14F-4D97-AF65-F5344CB8AC3E}">
        <p14:creationId xmlns:p14="http://schemas.microsoft.com/office/powerpoint/2010/main" val="16011191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0AF68F-7838-47F1-AB2F-8E5196B9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4220F-355D-4E10-8DED-66616720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9CCDF-4F2A-4604-AB30-28AE2849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A38DC-68D9-4C51-AA59-390DF7B6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D36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36A"/>
                </a:solidFill>
                <a:latin typeface="Aptos Mono"/>
                <a:ea typeface="Aptos Mono"/>
                <a:cs typeface="Aptos Mono"/>
              </a:rPr>
              <a:t>ADAPTIVE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450FC-2E32-4419-A6C8-62579289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763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EAF2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EAF2FB"/>
                </a:solidFill>
                <a:latin typeface="Aptos Display"/>
                <a:ea typeface="Aptos Display"/>
                <a:cs typeface="Aptos Display"/>
              </a:rPr>
              <a:t>Every completed run becomes training signal for the next round.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49E2B-AFA5-45A4-9039-026A43A8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428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0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A05EA-6019-41AF-B0B5-3C0E1B78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2FB"/>
                </a:solidFill>
                <a:latin typeface="Aptos"/>
                <a:ea typeface="Aptos"/>
                <a:cs typeface="Aptos"/>
              </a:rPr>
              <a:t>Run 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BA445-C3A0-4BAE-8529-BB8448A9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1162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Client submits detailed timeline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74CF9-51B9-484C-A843-DFE22170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146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8E718-9D47-4C73-BFE0-03708A59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71750"/>
            <a:ext cx="1428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0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85229-B901-435C-9FB6-26238878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1940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2FB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A4830-9B35-4855-8761-556E02AE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0400"/>
            <a:ext cx="1162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Runs, reports, adaptations persist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361C9-2CE6-4703-8203-105521E5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146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E181C-17DA-4A5D-B803-51D63C81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71750"/>
            <a:ext cx="1428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0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35684-F292-4E43-AC9D-56C2DBAE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1940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2FB"/>
                </a:solidFill>
                <a:latin typeface="Aptos"/>
                <a:ea typeface="Aptos"/>
                <a:cs typeface="Aptos"/>
              </a:rPr>
              <a:t>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C45EF-5C24-4590-B8DA-44EB660B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00400"/>
            <a:ext cx="1162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Recent behavior is weighted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3E0D1C-81F1-40EB-9D9C-6E49D81E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146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776114-3FC3-4293-BF1C-F41FF39F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71750"/>
            <a:ext cx="1428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0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C466F9-8E3E-466E-A053-B0985260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1940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2FB"/>
                </a:solidFill>
                <a:latin typeface="Aptos"/>
                <a:ea typeface="Aptos"/>
                <a:cs typeface="Aptos"/>
              </a:rPr>
              <a:t>Codex CLI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98381-2513-49ED-B415-2C017DAF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00400"/>
            <a:ext cx="1162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Chooses one eligible response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09569-45F6-4645-BA6B-8B502EDB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146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21506F-5828-4D97-9B75-C0640AF0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71750"/>
            <a:ext cx="1428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0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540C05-32C1-40F7-9EF4-11EB1396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1940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2FB"/>
                </a:solidFill>
                <a:latin typeface="Aptos"/>
                <a:ea typeface="Aptos"/>
                <a:cs typeface="Aptos"/>
              </a:rPr>
              <a:t>Next config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669544-2930-495F-B9C5-545DC5AE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00400"/>
            <a:ext cx="1162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Guards adapt next round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708707-73DA-430B-8E7C-CED20A44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2FB"/>
                </a:solidFill>
                <a:latin typeface="Aptos"/>
                <a:ea typeface="Aptos"/>
                <a:cs typeface="Aptos"/>
              </a:rPr>
              <a:t>The validator prevents unsafe or unsupported Codex decisions, and a capped fallback records that the system has already learned the available response.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57F65C-5776-4C43-BDDB-C7BE3A28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890A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90A5"/>
                </a:solidFill>
                <a:latin typeface="Aptos"/>
                <a:ea typeface="Aptos"/>
                <a:cs typeface="Aptos"/>
              </a:rPr>
              <a:t>Adaptive Prison Break / Ronny / 04</a:t>
            </a:r>
          </a:p>
        </p:txBody>
      </p:sp>
    </p:spTree>
    <p:extLst>
      <p:ext uri="{BB962C8B-B14F-4D97-AF65-F5344CB8AC3E}">
        <p14:creationId xmlns:p14="http://schemas.microsoft.com/office/powerpoint/2010/main" val="2020275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3A3A1E-42A4-495F-B6DE-7679DD05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1A84D-4F2A-432D-9C89-C3C218AE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CF2E9-6BE5-4CDA-AD70-37D194D7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F78E4-E3A7-4492-928A-B5EF46D9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D36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36A"/>
                </a:solidFill>
                <a:latin typeface="Aptos Mono"/>
                <a:ea typeface="Aptos Mono"/>
                <a:cs typeface="Aptos Mono"/>
              </a:rPr>
              <a:t>LEARNING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1A51A-B582-42F2-8B22-3797DC32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763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EAF2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EAF2FB"/>
                </a:solidFill>
                <a:latin typeface="Aptos Display"/>
                <a:ea typeface="Aptos Display"/>
                <a:cs typeface="Aptos Display"/>
              </a:rPr>
              <a:t>The intelligence report shows the system carrying memory across rounds.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43914-DE10-4772-B23A-647A3C36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56959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E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0f0faa8e44000"/>
          <a:stretch xmlns:a="http://schemas.openxmlformats.org/drawingml/2006/main"/>
        </p:blipFill>
        <p:spPr>
          <a:xfrm xmlns:a="http://schemas.openxmlformats.org/drawingml/2006/main">
            <a:off x="1406422" y="1943100"/>
            <a:ext cx="4140405" cy="3524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8A8E2-9901-4FBA-B3F7-BF195A37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38350"/>
            <a:ext cx="37338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2639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13EC0-8C3B-4940-BBC4-9069EA80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383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0A53C-230B-4244-8051-489B9386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09800"/>
            <a:ext cx="3314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2FB"/>
                </a:solidFill>
                <a:latin typeface="Aptos"/>
                <a:ea typeface="Aptos"/>
                <a:cs typeface="Aptos"/>
              </a:rPr>
              <a:t>Behavior summary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5CE8E-9C87-4739-A8D9-7ED8533C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62225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Reports expose detected habits such as most-used corridor, detections, escapes, and sprint ratio.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348B3-9FE4-4EE5-B510-6A5860A4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71850"/>
            <a:ext cx="37338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2639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9BE20-2027-43D6-AF1B-3DC92508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71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E4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69E03-2E8B-4B61-9D15-80531AC6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43300"/>
            <a:ext cx="3314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2FB"/>
                </a:solidFill>
                <a:latin typeface="Aptos"/>
                <a:ea typeface="Aptos"/>
                <a:cs typeface="Aptos"/>
              </a:rPr>
              <a:t>Validated adaptation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00EB0-37C2-4644-AECB-5635EEE1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95725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Codex output is checked against allowlisted actions, target rules, prerequisites, and caps.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85B68-2ADC-4427-90FD-123C8058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05350"/>
            <a:ext cx="3733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2639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95173A-1E62-409D-8AB1-CB7FE564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053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B750F-4899-4A7F-8682-0888BE86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76800"/>
            <a:ext cx="3314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2FB"/>
                </a:solidFill>
                <a:latin typeface="Aptos"/>
                <a:ea typeface="Aptos"/>
                <a:cs typeface="Aptos"/>
              </a:rPr>
              <a:t>Round-to-round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1CBF85-EA7E-4D9A-A050-1FDC19B5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229225"/>
            <a:ext cx="3314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The next run starts with the persisted adaptation config, so later runs build on earlier runs.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52F223-D0D7-40A2-B013-AD9E2DD7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890A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90A5"/>
                </a:solidFill>
                <a:latin typeface="Aptos"/>
                <a:ea typeface="Aptos"/>
                <a:cs typeface="Aptos"/>
              </a:rPr>
              <a:t>Adaptive Prison Break / Ronny / 05</a:t>
            </a:r>
          </a:p>
        </p:txBody>
      </p:sp>
    </p:spTree>
    <p:extLst>
      <p:ext uri="{BB962C8B-B14F-4D97-AF65-F5344CB8AC3E}">
        <p14:creationId xmlns:p14="http://schemas.microsoft.com/office/powerpoint/2010/main" val="10219312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A3FB56-D86D-47AC-89AA-BFC63623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9096F-2C24-410F-844E-A358DAFC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6EA21-E6FB-44E2-B987-ED53FA23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20747-9209-4788-BE42-33DF0C1F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D36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36A"/>
                </a:solidFill>
                <a:latin typeface="Aptos Mono"/>
                <a:ea typeface="Aptos Mono"/>
                <a:cs typeface="Aptos Mono"/>
              </a:rPr>
              <a:t>GAME FEEL POLISH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8E7F7-186C-46B0-9EF7-05EADCF1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763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EAF2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EAF2FB"/>
                </a:solidFill>
                <a:latin typeface="Aptos Display"/>
                <a:ea typeface="Aptos Display"/>
                <a:cs typeface="Aptos Display"/>
              </a:rPr>
              <a:t>Pause, pacing, and error handling make the prototype presentable.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01476-05B3-4E10-8003-E4335576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50292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E"/>
          </a:solidFill>
          <a:ln xmlns:a="http://schemas.openxmlformats.org/drawingml/2006/main" w="9525">
            <a:solidFill>
              <a:srgbClr val="2D4355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f3e796b6b48da"/>
          <a:stretch xmlns:a="http://schemas.openxmlformats.org/drawingml/2006/main"/>
        </p:blipFill>
        <p:spPr>
          <a:xfrm xmlns:a="http://schemas.openxmlformats.org/drawingml/2006/main">
            <a:off x="1148049" y="2000250"/>
            <a:ext cx="4028502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BAD76-4C9B-4705-BCEF-BAE9F9A6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3905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2639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B2D6E-D279-4EB8-B351-7D9FE23F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096F1-6517-4946-82F4-E0E813E7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3486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2FB"/>
                </a:solidFill>
                <a:latin typeface="Aptos"/>
                <a:ea typeface="Aptos"/>
                <a:cs typeface="Aptos"/>
              </a:rPr>
              <a:t>Esc pause overlay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A570C-5F37-442B-ADA6-5F550D9F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62225"/>
            <a:ext cx="3486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The run freezes and shows a clear Game Paused popup; pressing Esc again resumes exactly where the player left off.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D0B45-8442-43F3-8CF5-461C004F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71850"/>
            <a:ext cx="3905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2639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25321-8AB7-4D39-99BC-C9C0A4C8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71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C1C0C-4029-44B4-8C8A-9B70125D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43300"/>
            <a:ext cx="3486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2FB"/>
                </a:solidFill>
                <a:latin typeface="Aptos"/>
                <a:ea typeface="Aptos"/>
                <a:cs typeface="Aptos"/>
              </a:rPr>
              <a:t>Service resilience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D4AD0B-7CDB-4FAE-903D-164846D5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95725"/>
            <a:ext cx="3486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HTML fallthrough and malformed service responses now show readable retryable errors instead of raw JSON parser crashes.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F072C-39F0-4D78-B865-67EADC57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05350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2639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7F010B-1F14-4FAF-A279-366620DC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053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E4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044B6F-B471-4AB1-8A48-A1AF045A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76800"/>
            <a:ext cx="3486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2FB"/>
                </a:solidFill>
                <a:latin typeface="Aptos"/>
                <a:ea typeface="Aptos"/>
                <a:cs typeface="Aptos"/>
              </a:rPr>
              <a:t>Browser-tested UX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BB4FD6-F12A-4614-92F7-1CD7A88F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29225"/>
            <a:ext cx="3486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Screenshots and smoke tests verify the actual local app, not just isolated units.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92CB9-D63B-45E1-A5C6-2F6ACCDC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890A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90A5"/>
                </a:solidFill>
                <a:latin typeface="Aptos"/>
                <a:ea typeface="Aptos"/>
                <a:cs typeface="Aptos"/>
              </a:rPr>
              <a:t>Adaptive Prison Break / Ronny / 06</a:t>
            </a:r>
          </a:p>
        </p:txBody>
      </p:sp>
    </p:spTree>
    <p:extLst>
      <p:ext uri="{BB962C8B-B14F-4D97-AF65-F5344CB8AC3E}">
        <p14:creationId xmlns:p14="http://schemas.microsoft.com/office/powerpoint/2010/main" val="871309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3E7A52-95A5-490D-9665-03B362A8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48142-8944-4850-A3DD-24431B9B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F0837-2214-4FAA-9033-68C135E5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827D1-50DF-4CD7-A1CD-58797746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D36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36A"/>
                </a:solidFill>
                <a:latin typeface="Aptos Mono"/>
                <a:ea typeface="Aptos Mono"/>
                <a:cs typeface="Aptos Mono"/>
              </a:rPr>
              <a:t>ENGINEERING TAKEAWAY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F6A61-A1AD-4C29-A421-EF9746CC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763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EAF2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EAF2FB"/>
                </a:solidFill>
                <a:latin typeface="Aptos Display"/>
                <a:ea typeface="Aptos Display"/>
                <a:cs typeface="Aptos Display"/>
              </a:rPr>
              <a:t>The project demonstrates product instincts plus end-to-end implementation discipline.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00513-E7CC-40EC-997B-3CB60BFB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3048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2639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2E33C-BEE7-426E-BA6D-1DC4AEE3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AC8C6-E555-41FA-9D90-45CF1FC0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2FB"/>
                </a:solidFill>
                <a:latin typeface="Aptos"/>
                <a:ea typeface="Aptos"/>
                <a:cs typeface="Aptos"/>
              </a:rPr>
              <a:t>Frontend gameplay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ACB94-7AFE-4532-B0D2-3315EB2B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0325"/>
            <a:ext cx="2628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Phaser scene orchestration, fixed-step simulation, HUD overlays, camera/render separation, and keyboard input.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74B15-9DED-47AC-8F2E-F89C8BF2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3048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2639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CF8DA-AF86-405E-B709-C8501F92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2D124-CD63-4C89-B7DE-C706D239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4790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2FB"/>
                </a:solidFill>
                <a:latin typeface="Aptos"/>
                <a:ea typeface="Aptos"/>
                <a:cs typeface="Aptos"/>
              </a:rPr>
              <a:t>Backend learning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DD6E0-BD93-4479-B083-B8030AF9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00325"/>
            <a:ext cx="2628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Express API, SQLite persistence, analytics summary, Codex CLI execution, schema validation, and idempotency.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102BE-ADEB-4C59-8015-0038CF79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3048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22"/>
          </a:solidFill>
          <a:ln xmlns:a="http://schemas.openxmlformats.org/drawingml/2006/main" w="9525">
            <a:solidFill>
              <a:srgbClr val="2639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5A2F0-D3FB-45C8-B301-F62EE1E9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E4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B9E21C-A7B7-429A-87F0-36B8F84F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4790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2FB"/>
                </a:solidFill>
                <a:latin typeface="Aptos"/>
                <a:ea typeface="Aptos"/>
                <a:cs typeface="Aptos"/>
              </a:rPr>
              <a:t>Quality 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289EE0-C857-419E-B063-32476F38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00325"/>
            <a:ext cx="2628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EB2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EB2C4"/>
                </a:solidFill>
                <a:latin typeface="Aptos"/>
                <a:ea typeface="Aptos"/>
                <a:cs typeface="Aptos"/>
              </a:rPr>
              <a:t>Unit/contract/service tests, browser smoke tests, production build checks, and iterative tuning from observed gameplay.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512A2D-72F3-4D95-AD5D-A3DB60C2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76750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7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D30904-192C-49B8-BBE8-92D345B0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914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AF2FB"/>
                </a:solidFill>
                <a:latin typeface="Aptos"/>
                <a:ea typeface="Aptos"/>
                <a:cs typeface="Aptos"/>
              </a:rPr>
              <a:t>Gameplay close: the prototype turns each escape or capture into a more reactive prison wing, keeping the next run familiar but more strategically pressured.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161FB-4E28-4C0B-8D32-FF9E663A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890A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90A5"/>
                </a:solidFill>
                <a:latin typeface="Aptos"/>
                <a:ea typeface="Aptos"/>
                <a:cs typeface="Aptos"/>
              </a:rPr>
              <a:t>Adaptive Prison Break / Ronny / 07</a:t>
            </a:r>
          </a:p>
        </p:txBody>
      </p:sp>
    </p:spTree>
    <p:extLst>
      <p:ext uri="{BB962C8B-B14F-4D97-AF65-F5344CB8AC3E}">
        <p14:creationId xmlns:p14="http://schemas.microsoft.com/office/powerpoint/2010/main" val="4812406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2026-06-10T21:10:37.3220000Z</dcterms:created>
  <dcterms:modified xsi:type="dcterms:W3CDTF">2026-06-10T21:10:37.3220000Z</dcterms:modified>
</coreProperties>
</file>